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 do HTML. Vamos criar a estrutura de componentes que só ganham vida com CSS e JS. O objetivo é entender que tudo começa por um HTML bem organizado, com 'ganchos' (id, class, data-*) para o CSS e o JS usarem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3 componentes. Deixar claro: hoje é só o HTML. Cada componente terá comportamento definido depois (CSS posiciona/estiliza, JS anima/troca/calcula).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o HTML é o esqueleto, o CSS é a roupa, o JS é o movimento. Um carrossel sem JS é só uma pilha de slides; sem CSS, sem posicionamento. Mas nada funciona sem a estrutura correta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1. Estrutura externa: section (componente) &gt; trilho (contêiner dos slides). Nomes de classe são os ganchos para CSS/JS. Nada aparece de especial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2. Slides seguem o mesmo padrão dos cards. Todos com class 'slide' — é assim que o JS descobre quantos são. Peça os 3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3. Controles e indicadores. Introduza aria-label (acessibilidade) e data-* (atributos personalizados que o JS lê). Os spans estão vazios de propósito — viram bolinhas via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Momento-chave: mostrar que 'empilhado' é o esperado. O aluno não deve achar que errou. CSS fará o trilho e mostrará 1 slide; JS fará deslizar.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4. Padrão de abas: botões com data-aba apontando para o id do painel. A classe 'ativa' marca a aba atual (CSS destaca, JS troca). Uma das abas é o Carrinho.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5. Painéis com id que casa com o data-aba do botão. 'ativo' marca o painel inicial. Sem JS, todos ficam visíveis (próximo resultado).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6. A tabela do carrinho reúne muito HTML útil: thead/tbody/tfoot, colspan, input number. Os valores são fixos — o JS recalculará o subtotal e o total conforme a quantidade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sem JS todas as abas ficam visíveis. Isso confunde iniciantes ('está tudo aparecendo'). É o comportamento correto do HTML puro. O input de quantidade já funciona (é nativo).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ponte para os próximos módulos. Cada gancho (class, id, data-*, aria) tem um propósito. Escrever isso com capricho agora economiza muito trabalho no CSS e no 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checklist como avaliação. Os erros mais comuns são a ligação data-aba↔id e o colspan. Reforce a unicidade dos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Parte 2. Recapitular os 3 componentes e mostrar exatamente o que CSS e JS farão com cada gancho criado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HTML  ·  PARTE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Componentes: a estrutura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Montando o esqueleto do carrossel, das abas e do carrinho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construímos só o HTML. O carrossel deslizar e as abas trocarem virão com CSS e JavaScript.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do projeto Aurora Cosméticos  ·  mesmo index.html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3108960" cy="4114800"/>
          </a:xfrm>
          <a:prstGeom prst="roundRect">
            <a:avLst>
              <a:gd name="adj" fmla="val 20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0" y="152704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96528" y="152704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97696" y="152704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453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68512" y="1828800"/>
            <a:ext cx="2651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class=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"carrossel"&gt;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class="slide"&gt;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class="aba"&gt;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Carrinho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montar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componentes — só a estrutura HTML. O comportamento vem nos próximos módulos.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47288" cy="3703320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🎞️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Trilho de slides com botões e indicadores.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FD6E0"/>
          </a:solidFill>
          <a:ln w="12700">
            <a:solidFill>
              <a:srgbClr val="FFD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1–3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posiciona · JS desliza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1688" y="1600200"/>
            <a:ext cx="3447288" cy="3703320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🗂️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36008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36008" y="2926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abas + painéis de conteúdo.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6008" y="384048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FD6E0"/>
          </a:solidFill>
          <a:ln w="12700">
            <a:solidFill>
              <a:srgbClr val="FFD6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4–5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36008" y="4343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estiliza · JS troca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83296" y="1600200"/>
            <a:ext cx="3447288" cy="3703320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🛒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357616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do carrinho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57616" y="2926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itens, quantidade e total.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57616" y="384048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FD6E0"/>
          </a:solidFill>
          <a:ln w="12700">
            <a:solidFill>
              <a:srgbClr val="FF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7616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57616" y="4343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 calcula o total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CSS e sem JS, os slides ficam empilhados e todas as abas aparecem juntas. É assim que a estrutura crua se comporta — e está tudo certo.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o esqueleto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componente interativo nasce de um HTML organizado, com "ganchos" para o CSS e o JS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9968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 (hoje)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estrutura: contêineres, slides, abas, painéis e a tabela do carrinho.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64408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A5A74"/>
          </a:solidFill>
          <a:ln w="12700">
            <a:solidFill>
              <a:srgbClr val="8A5A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64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 (depois)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97180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aparência e a posição: esconder slides, alinhar abas, mostrar 1 painel por vez.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498848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6A4A5C"/>
          </a:solidFill>
          <a:ln w="12700">
            <a:solidFill>
              <a:srgbClr val="6A4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 (depois)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2062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comportamento: avançar o slide, trocar de aba ao clicar, somar o total.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 — estrutura base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&lt;section&gt; dentro de &lt;main&gt;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3657600"/>
          </a:xfrm>
          <a:prstGeom prst="roundRect">
            <a:avLst>
              <a:gd name="adj" fmla="val 1750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"carrossel"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"destaques"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Destaques da semana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"carrossel-trilho"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os slides entram aqui --&gt;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caixa externa do componente.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carrossel-trilho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"trilho" que segura os slides lado a lado (via CSS).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id="destaques"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linkar e o JS encontrar o carrossel.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enquanto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as caixas. Os slides vêm na etapa 2.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303520"/>
            <a:ext cx="7040880" cy="868680"/>
          </a:xfrm>
          <a:prstGeom prst="roundRect">
            <a:avLst>
              <a:gd name="adj" fmla="val 6316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035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no trilho como uma esteira: os slides ficam em fila dentro dele. O CSS mostrará um por vez; o JS vai "empurrar" a esteira.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 — os slides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&lt;div class="carrossel-trilho"&gt;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709160"/>
          </a:xfrm>
          <a:prstGeom prst="roundRect">
            <a:avLst>
              <a:gd name="adj" fmla="val 13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"carrossel-trilho"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"slide"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🧴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Sérum Facial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 de desconto esta semana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"#produtos"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"slide"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💄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Batom Matte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 2, pague 1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"#produtos"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+ slide da Paleta 🎨 --&gt;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class="slide"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slide é um bloco com a mesma estrutura.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que se repete: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e troque emoji, título e promoção.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no total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(Sérum, Batom e Paleta).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classe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"slide" em todos: o JS vai contá-los e alterná-los.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 — botões e indicadores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dentro de &lt;section class="carrossel"&gt;, após o trilho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206240"/>
          </a:xfrm>
          <a:prstGeom prst="roundRect">
            <a:avLst>
              <a:gd name="adj" fmla="val 1522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class="carrossel-btn anterior"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aria-label="Slide anterior"&gt;‹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class="carrossel-btn proximo"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aria-label="Próximo slide"&gt;›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"carrossel-indicadores"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"ponto"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data-slide=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"ponto"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data-slide=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"ponto"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data-slide=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controles anterior (‹) e próximo (›).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 botão para leitores de tela (acessibilidade).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"pontinhos" embaixo do carrossel.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data-slide="0"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número do slide — o JS vai ler isso.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760720"/>
            <a:ext cx="7040880" cy="457200"/>
          </a:xfrm>
          <a:prstGeom prst="roundRect">
            <a:avLst>
              <a:gd name="adj" fmla="val 12000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760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data-slide é um atributo personalizado: serve para o JS saber a qual slide cada ponto leva.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 carrossel (sem CSS/JS)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slides aparecem empilhados, um embaixo do outro. Ainda não deslizam.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Destaques da semana</a:t>
            </a:r>
            <a:endParaRPr lang="en-US" sz="17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🧴</a:t>
            </a:r>
            <a:endParaRPr lang="en-US" sz="17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Sérum Facial</a:t>
            </a:r>
            <a:endParaRPr lang="en-US" sz="17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20% de desconto esta semana</a:t>
            </a:r>
            <a:endParaRPr lang="en-US" sz="17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u="sng" dirty="0">
                <a:solidFill>
                  <a:srgbClr val="1A0D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Comprar</a:t>
            </a:r>
            <a:endParaRPr lang="en-US" sz="17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💄</a:t>
            </a:r>
            <a:endParaRPr lang="en-US" sz="17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Batom Matte</a:t>
            </a:r>
            <a:endParaRPr lang="en-US" sz="17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 2, pague 1</a:t>
            </a:r>
            <a:endParaRPr lang="en-US" sz="17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u="sng" dirty="0">
                <a:solidFill>
                  <a:srgbClr val="1A0D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0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(+ slide da Paleta 🎨, também empilhado)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54406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E4E4E4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406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‹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463040" y="54406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E4E4E4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54406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empilhados: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CSS não há trilho horizontal.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‹ ›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aparecem, mas ainda não fazem nada (falta o JS).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indicadores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aparecem: são &lt;span&gt; vazios, o CSS que vira bolinhas.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está certa; falta vestir e animar.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— a barra de abas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&lt;section&gt; dentro de &lt;main&gt;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114800"/>
          </a:xfrm>
          <a:prstGeom prst="roundRect">
            <a:avLst>
              <a:gd name="adj" fmla="val 1556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"abas"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"minha-area"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área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"abas-barra"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role=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"tablist"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class="aba ativa"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data-aba="aba-produtos"&gt;Produtos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class="aba"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data-aba="aba-ofertas"&gt;Ofertas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class="aba"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data-aba="aba-carrinho"&gt;🛒 Carrinho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abas-barra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fileira de botões de aba.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role="tablist"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que é um grupo de abas (acessibilidade).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class="aba ativa"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classes: "aba" (todas) e "ativa" (a atual).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data-aba="..."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qual painel abrir — o JS liga botão ao painel.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— os painéis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abaixo da barra, ainda dentro da &lt;section&gt;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206240"/>
          </a:xfrm>
          <a:prstGeom prst="roundRect">
            <a:avLst>
              <a:gd name="adj" fmla="val 1522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"painel ativo"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"aba-produtos"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 os produtos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Veja nossa linha completa de cosméticos.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"painel"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"aba-ofertas"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Ofertas do dia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Descontos que mudam todo dia.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"painel"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"aba-carrinho"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 tabela do carrinho vem na etapa 6 --&gt;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class="painel"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área de conteúdo de uma aba.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id="aba-produtos"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com o data-aba do botão.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class="ativo"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o painel que começa visível.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data-aba="X"  →  painel id="X".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760720"/>
            <a:ext cx="7040880" cy="457200"/>
          </a:xfrm>
          <a:prstGeom prst="roundRect">
            <a:avLst>
              <a:gd name="adj" fmla="val 12000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760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ligação é a chave: cada botão aponta (data-aba) para o id de um painel. O JS usa isso para mostrar/esconder.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aba do carrinho — a tabela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&lt;div id="aba-carrinho"&gt;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754880"/>
          </a:xfrm>
          <a:prstGeom prst="roundRect">
            <a:avLst>
              <a:gd name="adj" fmla="val 1346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 carrinho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class=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"tabela-carrinho"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Preço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&lt;/thead&gt;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&lt;tbody&gt;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Sérum Facial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R$ 89,90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value=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min=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R$ 89,90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+ linha do Batom Matte --&gt;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&lt;/tbody&gt;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&lt;tfoot&gt;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 colspan=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R$ 169,70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&lt;/tfoot&gt;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  <a:p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 finalizar"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Finalizar compra</a:t>
            </a:r>
            <a:pPr algn="l" indent="0" marL="0">
              <a:lnSpc>
                <a:spcPts val="1480"/>
              </a:lnSpc>
              <a:buNone/>
            </a:pPr>
            <a:r>
              <a:rPr lang="en-US" sz="10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&lt;tfoot&gt;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rodapé da tabela — ótimo para o total.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colspan="3"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 célula "Total" ocupar 3 colunas.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type="number"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quantidade com setas ▴▾.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e Total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 fixos agora; o JS vai calcular depois.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que encerra a compra (JS futuro).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das abas e do carrinho (sem CSS/JS)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painéis aparecem ao mesmo tempo — inclusive a tabela do carrinho.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9494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9105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59105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59105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53619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53619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Minha área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212848"/>
            <a:ext cx="1188720" cy="310896"/>
          </a:xfrm>
          <a:prstGeom prst="roundRect">
            <a:avLst>
              <a:gd name="adj" fmla="val 8824"/>
            </a:avLst>
          </a:prstGeom>
          <a:solidFill>
            <a:srgbClr val="E4E4E4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12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0" y="2212848"/>
            <a:ext cx="1097280" cy="310896"/>
          </a:xfrm>
          <a:prstGeom prst="roundRect">
            <a:avLst>
              <a:gd name="adj" fmla="val 8824"/>
            </a:avLst>
          </a:prstGeom>
          <a:solidFill>
            <a:srgbClr val="E4E4E4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Ofertas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2212848"/>
            <a:ext cx="1463040" cy="310896"/>
          </a:xfrm>
          <a:prstGeom prst="roundRect">
            <a:avLst>
              <a:gd name="adj" fmla="val 8824"/>
            </a:avLst>
          </a:prstGeom>
          <a:solidFill>
            <a:srgbClr val="E4E4E4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2128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🛒 Carrinho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267004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Todos os produtos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8895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Veja nossa linha completa de cosméticos.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Ofertas do dia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Seu carrinho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7307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Preço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06240" y="37307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Qtd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0" y="3730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Subtotal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9867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Sérum Facial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34640" y="3986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R$ 89,90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06240" y="3986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0" y="39867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R$ 89,90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224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Batom Matte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34640" y="4224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R$ 39,90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06240" y="4224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03520" y="42245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R$ 79,80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06240" y="3986784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1104" y="398678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08576" y="3986784"/>
            <a:ext cx="164592" cy="256032"/>
          </a:xfrm>
          <a:prstGeom prst="rect">
            <a:avLst/>
          </a:prstGeom>
          <a:solidFill>
            <a:srgbClr val="ECECEC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396849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▴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608576" y="410565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06240" y="4224528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61104" y="422452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08576" y="4224528"/>
            <a:ext cx="164592" cy="256032"/>
          </a:xfrm>
          <a:prstGeom prst="rect">
            <a:avLst/>
          </a:prstGeom>
          <a:solidFill>
            <a:srgbClr val="ECECEC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420624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▴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608576" y="434340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14400" y="452628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                                   R$ 169,70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14400" y="4892040"/>
            <a:ext cx="1737360" cy="310896"/>
          </a:xfrm>
          <a:prstGeom prst="roundRect">
            <a:avLst>
              <a:gd name="adj" fmla="val 8824"/>
            </a:avLst>
          </a:prstGeom>
          <a:solidFill>
            <a:srgbClr val="E4E4E4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4892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Finalizar compra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552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955280" y="192024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 empilhadas: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botões aparecem, mas não trocam nada ainda.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painéis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visíveis ao mesmo tempo — falta o JS esconder.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bordas (sem CSS), mas com o campo de quantidade.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 mostra 1 painel por vez e calcula o total.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ganchos para o CSS e o JS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colocamos tantos id, class e data-*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108960" cy="411480"/>
          </a:xfrm>
          <a:prstGeom prst="rect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 no HTML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49040" y="1600200"/>
            <a:ext cx="4754880" cy="411480"/>
          </a:xfrm>
          <a:prstGeom prst="rect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03920" y="1600200"/>
            <a:ext cx="2651760" cy="411480"/>
          </a:xfrm>
          <a:prstGeom prst="rect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3648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vai usar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011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63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class="slide"  /  class="aba"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011680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20116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e estilizar itens iguais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201168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3648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 JS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578608"/>
            <a:ext cx="310896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5786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63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id="aba-carrinho"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2578608"/>
            <a:ext cx="475488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25786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painel de destino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2578608"/>
            <a:ext cx="265176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25786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145536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1455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63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data-aba="aba-ofertas"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3145536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58768" y="31455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qual painel a aba abre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3145536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13648" y="31455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3712464"/>
            <a:ext cx="310896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7124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63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data-slide="0"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3712464"/>
            <a:ext cx="475488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7124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o número do slide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3712464"/>
            <a:ext cx="265176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3648" y="37124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4279392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2793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63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class="ativa" / "ativo"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49040" y="4279392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58768" y="42793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o item atual (aba/painel)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4279392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13648" y="4279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+ JS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4846320"/>
            <a:ext cx="310896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4846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63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aria-label="Próximo slide"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49040" y="4846320"/>
            <a:ext cx="475488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58768" y="4846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 botão (acessibilidade)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503920" y="4846320"/>
            <a:ext cx="2651760" cy="566928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4846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 de tela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um HTML bem "marcado" agora torna o CSS e o JS muito mais simples depois.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e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3502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data-aba não bate com o id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aponta para um painel que não existe.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a classe "slide"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 não conta o slide certo depois.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 errado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célula do total desalinha da tabela.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a &lt;section&gt; cedo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ou painéis ficam fora do componente.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repetido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id (aba-produtos, etc.) deve ser único.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23444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Parte 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66560" y="18745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carrossel com section + trilho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3 slides com a mesma classe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botões ‹ › com aria-label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3 indicadores com data-slide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barra de abas com role=tablist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3 botões com data-aba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3 painéis com id casando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aba do carrinho com tabela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thead, tbody e tfoot na tabela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input de quantidade (number)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botão Finalizar compra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tudo indentado e fechado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pronta!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esqueleto do carrossel, das abas e do carrinho está no seu index.html. Agora é dar vida a ele.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6974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módulo de CSS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233172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esconder os slides e mostrar 1 por vez · alinhar as abas · destacar a ativa · desenhar a tabela do carrinho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069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8A5A74"/>
          </a:solidFill>
          <a:ln w="12700">
            <a:solidFill>
              <a:srgbClr val="8A5A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módulo de JS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370332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avançar/voltar o carrossel · trocar de aba ao clicar · somar o subtotal e o total do carrinho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o index.html: os mesmos ganchos (id, class, data-*) serão usados no CSS e no JS.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2026-07-28T19:25:52Z</dcterms:created>
  <dcterms:modified xsi:type="dcterms:W3CDTF">2026-07-28T19:25:52Z</dcterms:modified>
</cp:coreProperties>
</file>