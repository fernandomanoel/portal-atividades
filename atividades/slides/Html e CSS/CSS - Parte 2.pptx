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2 do CSS. Foco em polimento: estados de interação, acessibilidade e animações. É o que transforma um site funcional em um site agradável de usar.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honesto: a Parte 1 já cobre a estrutura toda. A Parte 2 é polimento — estados, acessibilidade e animações. Deixe claro que 'faltar detalhe' é diferente de 'estar quebrado'.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1. Duas linhas com grande efeito. scroll-behavior:smooth anima a rolagem. scroll-margin-top resolve o problema clássico do cabeçalho fixo cobrir o topo da seção.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2. Acessibilidade é essencial. :focus-visible mostra o contorno só na navegação por teclado (não polui o clique de mouse). Peça para navegarem com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3. transition é o segredo da suavidade. Adicionamos hover em vários componentes que ainda não reagiam: abas, indicadores, chips e linhas do carrinho.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4. O select nativo é inconsistente entre navegadores. appearance:none + uma seta SVG própria dão consistência visual com a identidade rosa.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5. Refinos tipográficos e ::selection. São detalhes sutis, mas dão a sensação de um projeto cuidado e coeso.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6. @keyframes é o primeiro contato com animação em CSS puro (sem JS). O título do banner surge ao carregar. :active dá o feedback de clique nos botões.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Resultado: mostre cada detalhe. São efeitos de interação (difíceis de imprimir num slide), então demonstre ao vivo no navegador: Tab para foco, hover no carrinho e nas categorias, clique no menu para a rolagem suave.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CSS completo em 2 partes. Reforce que os efeitos de estado se veem melhor no navegador. Próximo: JavaScript para o comportamento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CSS  ·  PARTE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Refinamento e acessibilidade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detalhes que faltavam: estados, foco, rolagem suave e animações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estava "sem estilo" — mas há uma camada de capricho que faz toda a diferença.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Continuação do style.css  ·  regras acrescentadas ao final do arquivo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412480" y="1371600"/>
            <a:ext cx="3108960" cy="4114800"/>
          </a:xfrm>
          <a:prstGeom prst="roundRect">
            <a:avLst>
              <a:gd name="adj" fmla="val 2059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95360" y="152704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96528" y="152704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97696" y="152704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81160" y="14538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68512" y="1828800"/>
            <a:ext cx="2651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focus-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visible {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outline:</a:t>
            </a:r>
            <a:pPr algn="l" indent="0" marL="0">
              <a:lnSpc>
                <a:spcPts val="2000"/>
              </a:lnSpc>
              <a:buNone/>
            </a:pP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3px solid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var(--rosa);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.li:hover {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</a:t>
            </a:r>
            <a:pPr algn="l" indent="0" marL="0">
              <a:lnSpc>
                <a:spcPts val="2000"/>
              </a:lnSpc>
              <a:buNone/>
            </a:pP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translateY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(-3px);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faltava, de verdade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Conferimos: todas as classes do HTML já têm regra. Nada ficou "cru". O que falta é a camada de detalhes.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Já estava pronto (Parte 1)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Layout de todas as seções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Cabeçalho, banner e botões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Grade e cards de produto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Categorias, tabela e formulário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Carrossel, abas e carrinho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Rodapé e responsivo (@media)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2E1826"/>
          </a:solidFill>
          <a:ln w="12700">
            <a:solidFill>
              <a:srgbClr val="2E18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A Parte 2 acrescenta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28600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Rolagem suave para os links do menu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Foco visível (acessibilidade)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Hover em abas, chips e linhas do carrinho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Aparência customizada do &lt;select&gt;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Tipografia, ritmo e ::selection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Micro-animações (@keyframes)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Rolagem suave e âncoras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2743200"/>
          </a:xfrm>
          <a:prstGeom prst="roundRect">
            <a:avLst>
              <a:gd name="adj" fmla="val 2333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{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scroll-behavior: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smooth;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compensa o cabeçalho fixo */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{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scroll-margin-top: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90px;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7452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scroll-behavior: smooth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a página deslizar suavemente ao clicar num link do menu.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Lembra?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menu usa âncoras: href="#produtos" → id="produtos".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scroll-margin-top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impede que o cabeçalho fixo cubra o título da seção.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7040880" cy="868680"/>
          </a:xfrm>
          <a:prstGeom prst="roundRect">
            <a:avLst>
              <a:gd name="adj" fmla="val 6316"/>
            </a:avLst>
          </a:prstGeom>
          <a:solidFill>
            <a:srgbClr val="FFD6E0"/>
          </a:solidFill>
          <a:ln w="12700">
            <a:solidFill>
              <a:srgbClr val="F6C7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38912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o clique no menu "pulava" seco até a seção. Agora: a página desliza até lá — e a seção não fica escondida atrás do cabeçalho.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visível (acessibilidade)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023360"/>
          </a:xfrm>
          <a:prstGeom prst="roundRect">
            <a:avLst>
              <a:gd name="adj" fmla="val 1591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focus-visible,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button: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focus-visible,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focus-visible,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textarea:focus-visible {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outline: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3px solid var(--rosa);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outline-offset: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2px;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focus,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textarea: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focus,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select:focus {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border-color: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var(--rosa);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:focus-visible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destaca o item quando navegado pelo teclado (Tab).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rosa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contorno bem visível — quem usa teclado sabe onde está.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input:focus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borda do campo fica rosa ao ser clicado.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importa: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acessibilidade. Nem todo mundo usa mouse.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623560"/>
            <a:ext cx="7040880" cy="594360"/>
          </a:xfrm>
          <a:prstGeom prst="roundRect">
            <a:avLst>
              <a:gd name="adj" fmla="val 9231"/>
            </a:avLst>
          </a:prstGeom>
          <a:solidFill>
            <a:srgbClr val="FFD6E0"/>
          </a:solidFill>
          <a:ln w="12700">
            <a:solidFill>
              <a:srgbClr val="F6C7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62356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aperte Tab várias vezes na página. Cada link e botão mostra um contorno rosa — isso é acessibilidade.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e transições nos componentes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663440"/>
          </a:xfrm>
          <a:prstGeom prst="roundRect">
            <a:avLst>
              <a:gd name="adj" fmla="val 1373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.aba { transition: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color 0.2s; }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.aba: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hover { color: var(--rosa); }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.ponto { cursor: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pointer; transition: background 0.2s; }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.ponto: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hover { background: var(--rosa); }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.categorias li {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transform 0.2s, box-shadow 0.2s;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.categorias li:hover {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translateY(-3px);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.tabela-carrinho tbody tr:hover {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#fff0f5;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a mudança acontecer suavemente, não "no susto".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.aba:hover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aba fica rosa quando o mouse passa.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li:hover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pílulas de categoria "sobem" um pouco.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tr:hover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linha do carrinho se destaca ao passar o mouse.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cursor: pointer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 que os pontinhos são clicáveis.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com aparência própria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3383280"/>
          </a:xfrm>
          <a:prstGeom prst="roundRect">
            <a:avLst>
              <a:gd name="adj" fmla="val 1892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.newsletter select {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appearance: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none;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background-image: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url("...seta.svg...");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background-repeat: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no-repeat;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background-position: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right 12px center;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7452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appearance: none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seta cinza padrão do navegador.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background-image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 uma seta rosa personalizada (em SVG).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background-position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 a seta à direita do campo.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arquivo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seta vai embutida como um pequeno SVG.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7040880" cy="1051560"/>
          </a:xfrm>
          <a:prstGeom prst="roundRect">
            <a:avLst>
              <a:gd name="adj" fmla="val 5217"/>
            </a:avLst>
          </a:prstGeom>
          <a:solidFill>
            <a:srgbClr val="FFD6E0"/>
          </a:solidFill>
          <a:ln w="12700">
            <a:solidFill>
              <a:srgbClr val="F6C7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02920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&lt;select&gt; padrão é feio e diferente em cada navegador. Com appearance: none você assume o controle e deixa a seta com a cor da marca. Os inputs também ganham borda rosa no foco (etapa 2).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Tipografia, ritmo e seleção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3108960"/>
          </a:xfrm>
          <a:prstGeom prst="roundRect">
            <a:avLst>
              <a:gd name="adj" fmla="val 2059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h1, h2, h3 { line-height: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1.2; }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.titulo-secao { font-size: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30px; }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::selection {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var(--rosa);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#fff;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7452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line-height: 1.2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 as linhas dos títulos (mais firme).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.titulo-secao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 o tamanho dos títulos de seção.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::selection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usuário seleciona um texto, o fundo fica rosa.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 fino: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pequenos ajustes que dão coesão à página.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7040880" cy="822960"/>
          </a:xfrm>
          <a:prstGeom prst="roundRect">
            <a:avLst>
              <a:gd name="adj" fmla="val 6667"/>
            </a:avLst>
          </a:prstGeom>
          <a:solidFill>
            <a:srgbClr val="FFD6E0"/>
          </a:solidFill>
          <a:ln w="12700">
            <a:solidFill>
              <a:srgbClr val="F6C7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80060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qualquer texto da página com o mouse: o realce fica rosa, no lugar do azul padrão. É um detalhe pequeno que reforça a identidade da marca.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Micro-animações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297680"/>
          </a:xfrm>
          <a:prstGeom prst="roundRect">
            <a:avLst>
              <a:gd name="adj" fmla="val 1489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.btn, .btn-add {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background 0.2s, transform 0.1s;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.btn:active, .btn-add:active {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scale(0.97);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 surgir {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{ opacity: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0; transform: translateY(20px); }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  { opacity: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1; transform: translateY(0); }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.banner h2 {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animation: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surgir 0.6s ease both;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:active + scale(0.97)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botão "afunda" levemente ao ser clicado.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uma animação: de um estado (from) a outro (to).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surgir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título do banner aparece subindo e surgindo.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 animação a um elemento.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da Parte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detalhes em ação — pequenos toques que se notam ao usar a loja.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4728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19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em foco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2359152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31750">
            <a:solidFill>
              <a:srgbClr val="D633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591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E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voce@email.com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313432"/>
            <a:ext cx="3017520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0"/>
            </a:srgbClr>
          </a:solidFill>
          <a:ln w="12700">
            <a:solidFill>
              <a:srgbClr val="D6336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6868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contorno rosa ao navegar com Tab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61688" y="1554480"/>
            <a:ext cx="344728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719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 em hover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120640" y="214884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E2E9"/>
            </a:solidFill>
            <a:prstDash val="solid"/>
          </a:ln>
          <a:effectLst>
            <a:outerShdw sx="100000" sy="100000" kx="0" ky="0" algn="bl" rotWithShape="0" blurRad="101600" dist="38100" dir="5400000">
              <a:srgbClr val="D6336C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pílula sobe e ganha sombra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83296" y="1554480"/>
            <a:ext cx="344728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11896" y="1719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customizado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321040" y="2148840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0768" y="2148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Novidades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698480" y="208483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 rosa no lugar da cinza padrão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931920"/>
            <a:ext cx="344728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096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do carrinho em hover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22960" y="4526280"/>
            <a:ext cx="3063240" cy="365760"/>
          </a:xfrm>
          <a:prstGeom prst="rect">
            <a:avLst/>
          </a:prstGeom>
          <a:solidFill>
            <a:srgbClr val="FFF0F5"/>
          </a:solidFill>
          <a:ln w="12700">
            <a:solidFill>
              <a:srgbClr val="FFF0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526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Sérum Facial      R$ 89,90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8680" y="5029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linha se destaca ao passar o mouse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61688" y="3931920"/>
            <a:ext cx="344728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0288" y="4096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com ::selection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572000" y="4526280"/>
            <a:ext cx="2286000" cy="384048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4526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Nossos produtos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90288" y="5029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selecionado fica rosa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83296" y="3931920"/>
            <a:ext cx="344728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11896" y="4096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Rolagem suave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321040" y="4480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 →  Produtos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21040" y="4709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⤓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321040" y="5029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clique no menu desliza até a seção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finalizado com capricho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(HTML) + aparência (CSS Parte 1) + refinamento (CSS Parte 2). A loja está completa visualmente.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6126480" cy="3566160"/>
          </a:xfrm>
          <a:prstGeom prst="roundRect">
            <a:avLst>
              <a:gd name="adj" fmla="val 2051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488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da Parte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606040"/>
            <a:ext cx="5577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rolagem suave (scroll-behavior)</a:t>
            </a:r>
            <a:endParaRPr lang="en-US" sz="1200" dirty="0"/>
          </a:p>
          <a:p>
            <a:pPr indent="0" marL="0">
              <a:lnSpc>
                <a:spcPts val="155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scroll-margin-top nas seções</a:t>
            </a:r>
            <a:endParaRPr lang="en-US" sz="1200" dirty="0"/>
          </a:p>
          <a:p>
            <a:pPr indent="0" marL="0">
              <a:lnSpc>
                <a:spcPts val="155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foco visível (:focus-visible)</a:t>
            </a:r>
            <a:endParaRPr lang="en-US" sz="1200" dirty="0"/>
          </a:p>
          <a:p>
            <a:pPr indent="0" marL="0">
              <a:lnSpc>
                <a:spcPts val="155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borda rosa nos campos em foco</a:t>
            </a:r>
            <a:endParaRPr lang="en-US" sz="1200" dirty="0"/>
          </a:p>
          <a:p>
            <a:pPr indent="0" marL="0">
              <a:lnSpc>
                <a:spcPts val="155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hover em abas, chips e carrinho</a:t>
            </a:r>
            <a:endParaRPr lang="en-US" sz="1200" dirty="0"/>
          </a:p>
          <a:p>
            <a:pPr indent="0" marL="0">
              <a:lnSpc>
                <a:spcPts val="155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cursor pointer nos pontos</a:t>
            </a:r>
            <a:endParaRPr lang="en-US" sz="1200" dirty="0"/>
          </a:p>
          <a:p>
            <a:pPr indent="0" marL="0">
              <a:lnSpc>
                <a:spcPts val="155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select com seta customizada</a:t>
            </a:r>
            <a:endParaRPr lang="en-US" sz="1200" dirty="0"/>
          </a:p>
          <a:p>
            <a:pPr indent="0" marL="0">
              <a:lnSpc>
                <a:spcPts val="155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::selection rosa</a:t>
            </a:r>
            <a:endParaRPr lang="en-US" sz="1200" dirty="0"/>
          </a:p>
          <a:p>
            <a:pPr indent="0" marL="0">
              <a:lnSpc>
                <a:spcPts val="155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line-height dos títulos</a:t>
            </a:r>
            <a:endParaRPr lang="en-US" sz="1200" dirty="0"/>
          </a:p>
          <a:p>
            <a:pPr indent="0" marL="0">
              <a:lnSpc>
                <a:spcPts val="155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botões com :active</a:t>
            </a:r>
            <a:endParaRPr lang="en-US" sz="1200" dirty="0"/>
          </a:p>
          <a:p>
            <a:pPr indent="0" marL="0">
              <a:lnSpc>
                <a:spcPts val="155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animação @keyframes no banner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32320" y="1965960"/>
            <a:ext cx="4206240" cy="3566160"/>
          </a:xfrm>
          <a:prstGeom prst="roundRect">
            <a:avLst>
              <a:gd name="adj" fmla="val 2051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módulo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0664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406640" y="32004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F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comportamento: o carrinho que soma, o carrossel que desliza e as abas que trocam ao clicar.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ganchos (class, id, data-*) já estão prontos no HTML e no CSS.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8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de interação se demonstram melhor ao vivo — abra o navegador e teste com o mouse e com a tecla Tab.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2026-07-28T20:17:15Z</dcterms:created>
  <dcterms:modified xsi:type="dcterms:W3CDTF">2026-07-28T20:17:15Z</dcterms:modified>
</cp:coreProperties>
</file>