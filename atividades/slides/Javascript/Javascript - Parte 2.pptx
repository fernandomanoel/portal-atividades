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 do JS. Foco em integrar: o clique em Adicionar passa a criar/atualizar linhas no carrinho. Também tratamos o formulário e adicionamos remover item e carrossel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honesto. A Parte 1 estava correta, mas incompleta: o maior buraco era o 'Adicionar' não encher o carrinho. A Parte 2 conecta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1. O clique agora descobre QUAL produto foi clicado (closest + dataset) e passa nome e preço para uma função. É a ponte entre o produto e o carrinho.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2. O coração da Parte 2. Se o item já existe, soma 1; senão, cria a linha com createElement e innerHTML. atualizarCarrinho() (visto na Parte 1, agora também soma o contador) mantém tudo em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1-2. Clicar em produtos monta o carrinho. Clicar no mesmo produto agrupa (não duplica). O contador agora é a soma das quantidades, não dos cliques.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3. Cada linha ganha um botão × que se remove. O ternário (condição ? A : B) alterna entre mostrar a tabela ou a mensagem de carrinho vazio.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4. Antes, enviar o formulário recarregava a página. preventDefault() impede isso e deixa o JS validar e responder. return interrompe se o e-mail faltar.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5. setInterval automatiza o carrossel reutilizando mostrarSlide. Pausar no hover é uma boa prática de usabilidade. clearInterval para o timer.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combinado. Estes efeitos são de interação — demonstre ao vivo: remover uma linha, enviar o formulário vazio e preenchido, e esperar o carrossel virar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da Parte 2. O erro nº1 em formulários é esquecer preventDefault. No carrinho, é duplicar em vez de agrupar. Reforce ligar os eventos ao criar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Front-end completo e funcional. O carrinho, o formulário e o carrossel se comportam como num site real. Próximo: o banco de dados com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JS  ·  PARTE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 de verdade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Ligando o "Adicionar" ao carrinho, removendo itens e tratando o formulário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1 fez cada peça reagir. Agora as peças conversam entre si — vira uma loja funcional.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do script.js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3108960" cy="4114800"/>
          </a:xfrm>
          <a:prstGeom prst="roundRect">
            <a:avLst>
              <a:gd name="adj" fmla="val 205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0" y="152704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96528" y="152704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97696" y="152704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453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68512" y="1828800"/>
            <a:ext cx="2651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EventListener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()=&gt;{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adicionarAo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Carrinho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faltava no JavaScript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1 fez cada componente reagir. Mas alguns comportamentos essenciais ficaram de fora.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9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Já funcionava (Parte 1)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Contador somava os cliques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Abas trocavam de painel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Carrossel deslizava (‹ ›)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 recalculava nas linhas fixas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Finalizar mostrava aviso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E1826"/>
          </a:solidFill>
          <a:ln w="12700">
            <a:solidFill>
              <a:srgbClr val="2E18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A Parte 2 resolve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"Adicionar" agora enche o carrinho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verdade (não só um número)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Remover itens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carrinho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703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Contador reflete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quantidades reais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389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Formulário da newsletter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 (sem recarregar)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5074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Extra: carrossel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passa sozinho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produto ao carrinho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 ·  usa data-nome e data-preco do HTML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297680"/>
          </a:xfrm>
          <a:prstGeom prst="roundRect">
            <a:avLst>
              <a:gd name="adj" fmla="val 1489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produto guarda seus dados no HTML: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&lt;article class="produto"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data-nome="Sérum Facial" data-preco="89.90"&gt;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botoesAdd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".produto"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adicionarAoCarrinho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data-nome / data-preco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pusemos esses ganchos em cada produto.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closest(".produto")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do botão até o card do produto.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produto.dataset.nome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data-nome (o "data-" some).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Number(...)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o preço de texto para número.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adicionarAoCarrinho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que faz o trabalho (etapa 2).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a linha do carrinho pelo JS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800600"/>
          </a:xfrm>
          <a:prstGeom prst="roundRect">
            <a:avLst>
              <a:gd name="adj" fmla="val 1333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adicionarAoCarrinho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'tr[data-nome="'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'"]'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                //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carrinho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                    //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ainda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"&lt;td&gt;"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"&lt;/td&gt; ..."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atualizarCarrinho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querySelector('tr[data-nome...]')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se o produto já está no carrinho.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(linha)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já está: soma 1 na quantidade (não duplica).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 / innerHTML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está: cria uma linha nova.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appendChild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a linha dentro da tabela.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atualizarCarrinho()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subtotais, total e o contador.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das etapas 1 e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"Adicionar" agora coloca o produto no carrinho — e o 🛒 mostra o total real.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494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4D6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E8B54E"/>
          </a:solidFill>
          <a:ln w="12700">
            <a:solidFill>
              <a:srgbClr val="E8B5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6BC08A"/>
          </a:solidFill>
          <a:ln w="12700">
            <a:solidFill>
              <a:srgbClr val="6BC0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627632"/>
            <a:ext cx="5852160" cy="219456"/>
          </a:xfrm>
          <a:prstGeom prst="roundRect">
            <a:avLst>
              <a:gd name="adj" fmla="val 50000"/>
            </a:avLst>
          </a:prstGeom>
          <a:solidFill>
            <a:srgbClr val="F3ECEF"/>
          </a:solidFill>
          <a:ln w="12700">
            <a:solidFill>
              <a:srgbClr val="F3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aurora-cosmeticos/index.html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4944" y="1938528"/>
            <a:ext cx="6839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54496" y="19385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76288" y="1993392"/>
            <a:ext cx="402336" cy="402336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D633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06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Carrinho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990088"/>
            <a:ext cx="1371600" cy="36576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026664"/>
            <a:ext cx="6309360" cy="0"/>
          </a:xfrm>
          <a:prstGeom prst="line">
            <a:avLst/>
          </a:prstGeom>
          <a:noFill/>
          <a:ln w="25400">
            <a:solidFill>
              <a:srgbClr val="FFD6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200400"/>
            <a:ext cx="2145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5302" y="3200400"/>
            <a:ext cx="1198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04081" y="3200400"/>
            <a:ext cx="883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87391" y="3200400"/>
            <a:ext cx="13880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3493008"/>
            <a:ext cx="630936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566160"/>
            <a:ext cx="21451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Sérum Facial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05302" y="3566160"/>
            <a:ext cx="1198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R$ 89,90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76649" y="356616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BF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6649" y="35661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87391" y="3566160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R$ 179,80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29730" y="3566160"/>
            <a:ext cx="694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4400" y="3950208"/>
            <a:ext cx="630936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968496"/>
            <a:ext cx="21451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Batom Matte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05302" y="3968496"/>
            <a:ext cx="1198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R$ 39,90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76649" y="3968496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BF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76649" y="39684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87391" y="3968496"/>
            <a:ext cx="1388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R$ 39,90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29730" y="3968496"/>
            <a:ext cx="6940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14400" y="4352544"/>
            <a:ext cx="630936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416552"/>
            <a:ext cx="2145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41671" y="4416552"/>
            <a:ext cx="13880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R$ 219,70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Testando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955280" y="196596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Cliquei 2× no Sérum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linha, quantidade 2.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Cliquei 1× no Batom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nova linha.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mostra 3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soma das quantidades (2 + 1).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sozinho: R$ 219,70.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item e carrinho vazio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023360"/>
          </a:xfrm>
          <a:prstGeom prst="roundRect">
            <a:avLst>
              <a:gd name="adj" fmla="val 159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dentro de adicionarAoCarrinho, ao criar a linha: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".remover"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   //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apaga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atualizarCarrinho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//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recalcula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 atualizarCarrinho():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carrinhoVazio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"block"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"none"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vazio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"none"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"table"</a:t>
            </a:r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"×"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junto com cada linha.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linha.remove()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a linha inteira do carrinho.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atualizarCarrinho()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tudo depois de remover.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vazio ? ... : ...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ternário: escolhe entre dois valores.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vazio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mensagem e esconde a tabela.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da newsletter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4023360"/>
          </a:xfrm>
          <a:prstGeom prst="roundRect">
            <a:avLst>
              <a:gd name="adj" fmla="val 1591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".newsletter form"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preventDefault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//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recarrega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gina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campoEmail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===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 favor, preencha o e-mail."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"Inscrição confirmada! 💌"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"submit"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quando o formulário é enviado.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preventDefault()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o comportamento padrão (recarregar).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=== ""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o campo está vazio (validação).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função ali se faltar o e-mail.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form.reset()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 os campos após enviar.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577840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FFD6E0"/>
          </a:solidFill>
          <a:ln w="12700">
            <a:solidFill>
              <a:srgbClr val="F6C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5778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preventDefault() é essencial em formulários: sem ele, a página recarrega e você perde o controle. Aqui, o JS assume o envio.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12848" y="365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Extra: carrossel automático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040880" cy="3657600"/>
          </a:xfrm>
          <a:prstGeom prst="roundRect">
            <a:avLst>
              <a:gd name="adj" fmla="val 1750"/>
            </a:avLst>
          </a:prstGeom>
          <a:solidFill>
            <a:srgbClr val="241A22"/>
          </a:solidFill>
          <a:ln w="12700">
            <a:solidFill>
              <a:srgbClr val="3A2C36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72768"/>
            <a:ext cx="100584" cy="1005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572768"/>
            <a:ext cx="100584" cy="100584"/>
          </a:xfrm>
          <a:prstGeom prst="ellipse">
            <a:avLst/>
          </a:prstGeom>
          <a:solidFill>
            <a:srgbClr val="E3B778"/>
          </a:solidFill>
          <a:ln w="12700">
            <a:solidFill>
              <a:srgbClr val="E3B7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572768"/>
            <a:ext cx="100584" cy="100584"/>
          </a:xfrm>
          <a:prstGeom prst="ellipse">
            <a:avLst/>
          </a:prstGeom>
          <a:solidFill>
            <a:srgbClr val="8FD3A6"/>
          </a:solidFill>
          <a:ln w="12700">
            <a:solidFill>
              <a:srgbClr val="8F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499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187452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passa sozinho a cada 4 segundos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9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mostrarSlide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slideAtual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pausa quando o mouse está em cima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carrossel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"mouseenter"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=&gt;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clearInterval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carrossel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3B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"mouseleave"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=&gt;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</a:t>
            </a:r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setInterval(fn, 4000)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a função a cada 4000 ms (4 s).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mostrarSlide da Parte 1.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mouseenter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mouse entrou → clearInterval pausa.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mouseleave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mouse saiu → volta a rodar.</a:t>
            </a: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prática:  </a:t>
            </a:r>
            <a:pPr algn="l"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dá controle a quem está lendo.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— os demais comportamentos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item, formulário tratado e carrossel automático em ação.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item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663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77694" y="2103120"/>
            <a:ext cx="929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07181" y="2103120"/>
            <a:ext cx="684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92067" y="2103120"/>
            <a:ext cx="1076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395728"/>
            <a:ext cx="489204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68880"/>
            <a:ext cx="16632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Sérum Facial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77694" y="2468880"/>
            <a:ext cx="929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R$ 89,90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9749" y="2468880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BF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9749" y="2468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92067" y="2468880"/>
            <a:ext cx="10762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R$ 179,80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22596" y="2468880"/>
            <a:ext cx="538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27066" y="2450592"/>
            <a:ext cx="329184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D6336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68680" y="2852928"/>
            <a:ext cx="4892040" cy="0"/>
          </a:xfrm>
          <a:prstGeom prst="line">
            <a:avLst/>
          </a:prstGeom>
          <a:noFill/>
          <a:ln w="12700">
            <a:solidFill>
              <a:srgbClr val="F0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916936"/>
            <a:ext cx="1663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46347" y="2916936"/>
            <a:ext cx="1076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R$ 179,80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no × apaga a linha e recalcula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enviada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766560" y="2194560"/>
            <a:ext cx="4114800" cy="868680"/>
          </a:xfrm>
          <a:prstGeom prst="roundRect">
            <a:avLst>
              <a:gd name="adj" fmla="val 6316"/>
            </a:avLst>
          </a:prstGeom>
          <a:solidFill>
            <a:srgbClr val="FDF2F6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1945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Inscrição confirmada! 💌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recarregar a página (preventDefault)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88620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F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Carrossel automático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14400" y="4434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7EEF2"/>
          </a:solidFill>
          <a:ln w="12700">
            <a:solidFill>
              <a:srgbClr val="F0E2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572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🧴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4400" y="5074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4434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FD6E0"/>
          </a:solidFill>
          <a:ln w="25400">
            <a:solidFill>
              <a:srgbClr val="D633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4572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💄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286000" y="5074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0" y="4434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7EEF2"/>
          </a:solidFill>
          <a:ln w="12700">
            <a:solidFill>
              <a:srgbClr val="F0E2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4572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657600" y="5074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852160" y="4434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4 segundos o carrossel avança sozinho — e pausa quando o mouse está em cima.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e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3502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35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preventDefault()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formulário recarrega e some tudo.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de ligar os eventos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nova sem listener não recalcula.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em vez de agrupar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checar se o item já existe.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texto no total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Number() antes de multiplicar.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limpar o setInterval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timers ao mesmo tempo bagunçam.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123444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Parte 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66560" y="187452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Adicionar cria a linha no carrinho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clicar de novo agrupa (qtd+1)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contador soma as quantidades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total e subtotais recalculam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botão × remove o item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carrinho vazio mostra a mensagem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newsletter com preventDefault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validação do e-mail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form.reset() após enviar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carrossel automático (setInterval)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0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pausa no hover (clearInterval)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loja que funciona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C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front-end da Aurora está completo: estrutura, aparência e comportamento de verdade.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40864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94560"/>
            <a:ext cx="9509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completo  —  </a:t>
            </a:r>
            <a:pPr indent="0" marL="0">
              <a:buNone/>
            </a:pPr>
            <a:r>
              <a:rPr lang="en-US" sz="13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adicionar, agrupar, alterar quantidade e remover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944368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090672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944368"/>
            <a:ext cx="9509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e total reais  —  </a:t>
            </a:r>
            <a:pPr indent="0" marL="0">
              <a:buNone/>
            </a:pPr>
            <a:r>
              <a:rPr lang="en-US" sz="13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refletem o que está no carrinho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840480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694176"/>
            <a:ext cx="9509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funcional  —  </a:t>
            </a:r>
            <a:pPr indent="0" marL="0">
              <a:buNone/>
            </a:pPr>
            <a:r>
              <a:rPr lang="en-US" sz="13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 responde sem recarregar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443984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3D2233"/>
          </a:solidFill>
          <a:ln w="12700">
            <a:solidFill>
              <a:srgbClr val="5A3A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590288"/>
            <a:ext cx="329184" cy="329184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443984"/>
            <a:ext cx="9509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Carrossel automático  —  </a:t>
            </a:r>
            <a:pPr indent="0" marL="0">
              <a:buNone/>
            </a:pPr>
            <a:r>
              <a:rPr lang="en-US" sz="1350" dirty="0">
                <a:solidFill>
                  <a:srgbClr val="D9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sozinho e pausa no hover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53492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349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 · SQL:  </a:t>
            </a:r>
            <a:pPr indent="0" marL="0">
              <a:buNone/>
            </a:pPr>
            <a:r>
              <a:rPr lang="en-US" sz="1450" dirty="0">
                <a:solidFill>
                  <a:srgbClr val="F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produtos, clientes e pedidos num banco de dados.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2026-07-29T15:41:46Z</dcterms:created>
  <dcterms:modified xsi:type="dcterms:W3CDTF">2026-07-29T15:41:46Z</dcterms:modified>
</cp:coreProperties>
</file>