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módulo de JS. Agora o site reage. Usaremos os ganchos (class, id, data-*) criados no HTML e no CSS. É o primeiro código que 'faz algo' ao clicar.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módulo. À direita, os comandos-chave de cada etapa. Reforce que os elementos já existem — o JS só os faz reagir.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mental do JS: selecionar → escutar → reagir. Toda etapa deste módulo é uma variação disso. O script.js já está ligado no fim do body (garante que o HTML existe antes do JS rodar).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1. O clássico primeiro passo. forEach coloca o mesmo comportamento em todos os botões. ++ soma 1. textContent atualiza 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1. Peça para clicarem em produtos diferentes; todos somam no mesmo 🛒. É o primeiro 'a-ha' do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2. A lógica: apaga o destaque de todos, marca o clicado. dataset.aba lê o data-aba. O CSS (Parte 1) já cuida do mostrar/esconder — o JS só move a classe.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2. Antes, todas as abas apareciam juntas (HTML puro). Agora aparece só uma. Clique nas três para mostrar a troca.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3. Primeira função própria. mostrarSlide move o trilho com translateX. O if faz o carrossel dar a volta. Os botões e pontos chamam a mesma função. A transição suave é o CSS (Parte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3. O trilho deslizou -100%. O segundo ponto acende. Clicar em ‹ ou nos pontos leva a outros slides. A suavidade vem da transição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4. Aqui usamos os ganchos data-preco e .subtotal que adicionamos ao HTML. Number converte texto em número. O evento 'input' recalcula em tempo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4. Alterar a quantidade recalcula subtotal e total na hora. Destaque o campo alterado e os valores em rosa. É a lógica de um carrinho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5. alert dá feedback ao usuário; console.log é a ferramenta nº1 de depuração. Ensine a abrir o F12 → Console. Mostrar um erro proposital e como lê-lo.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de avaliação do módulo JS. Os erros mais comuns: null (seletor errado) e somar texto (faltou Number). Ensine a ler o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As três camadas do front-end completas. A loja funciona no navegador. Próximo passo: o back-end com SQL, guardando 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 ·  FRONT-END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JavaScript: o comportamento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Fazendo a loja Aurora reagir aos cliques do usuário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que soma · abas que trocam · carrossel que desliza · total que recalcula.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Arquivo: script.js  ·  já ligado no fim do &lt;body&gt;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0" y="1371600"/>
            <a:ext cx="3108960" cy="4114800"/>
          </a:xfrm>
          <a:prstGeom prst="roundRect">
            <a:avLst>
              <a:gd name="adj" fmla="val 205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0" y="152704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96528" y="152704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97696" y="152704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1453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68512" y="1828800"/>
            <a:ext cx="2651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EventListener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(){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++;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5 comportamentos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liga um pedaço do JavaScript a um componente que já existe na página.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28216"/>
            <a:ext cx="438912" cy="43891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28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do carrinho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Adicionar soma 1 no 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5544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 · addEventListener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50592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624328"/>
            <a:ext cx="438912" cy="43891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24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6304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862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na aba mostra o painel certo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245059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 · dataset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520440"/>
            <a:ext cx="438912" cy="43891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Carrossel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3758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‹ › deslizam os slides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334670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style.transform · funções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242816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416552"/>
            <a:ext cx="438912" cy="43891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63040" y="4352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do carrinho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4654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a quantidade recalcula tudo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4242816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 input · Number · toFixed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138928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312664"/>
            <a:ext cx="438912" cy="43891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12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63040" y="52486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63040" y="5550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ao concluir + depuração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513892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· console.log (F12)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JavaScript funciona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tudo em JS segue os mesmos 3 passos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4884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28800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o elemento do HTML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2148840"/>
            <a:ext cx="6035040" cy="502920"/>
          </a:xfrm>
          <a:prstGeom prst="roundRect">
            <a:avLst>
              <a:gd name="adj" fmla="val 909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21488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document.querySelector('.btn-add')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47472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3355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Escutar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3776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uma ação do usuário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3474720"/>
            <a:ext cx="6035040" cy="502920"/>
          </a:xfrm>
          <a:prstGeom prst="roundRect">
            <a:avLst>
              <a:gd name="adj" fmla="val 909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4747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.addEventListener('click', ...)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48056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80060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0" y="4681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Reagir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828800" y="51023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 que deve acontecer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4800600"/>
            <a:ext cx="6035040" cy="502920"/>
          </a:xfrm>
          <a:prstGeom prst="roundRect">
            <a:avLst>
              <a:gd name="adj" fmla="val 909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48006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contador.textContent = total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do carrinho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3931920"/>
          </a:xfrm>
          <a:prstGeom prst="roundRect">
            <a:avLst>
              <a:gd name="adj" fmla="val 1628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botoesAdd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".btn-add"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"contador"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itensNoCarrinho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botoesAdd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{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itensNoCarrinho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itensNoCarrinho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querySelectorAll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TODOS os botões "Adicionar".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o &lt;span id="contador"&gt;.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... = 0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uma variável que guarda a contagem.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põe um "ouvinte" em cada botão.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itensNoCarrinho++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1 a cada clique.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 etapa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clique em "Adicionar" aumenta o número do carrinho — na hora, sem recarregar.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6276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4944" y="1938528"/>
            <a:ext cx="6839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54496" y="19385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76288" y="1993392"/>
            <a:ext cx="402336" cy="402336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D633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274320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8529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🧴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8720" y="3291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Sérum Facial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88720" y="3520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R$ 89,90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00200" y="38404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8529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00400" y="3291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Batom Matte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0" y="3520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R$ 39,90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38404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12080" y="274320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8529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🧖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212080" y="3291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Máscara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12080" y="3520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R$ 54,90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23560" y="38404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4944" y="4663440"/>
            <a:ext cx="6839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cliques  →  🛒 mostra 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Testando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1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carrinho vira 1.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2, 3...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2, 3, e assim por diante.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botões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somam no mesmo contador.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recarregar: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JS muda a tela na hora.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 que trocam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297680"/>
          </a:xfrm>
          <a:prstGeom prst="roundRect">
            <a:avLst>
              <a:gd name="adj" fmla="val 148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abas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".aba"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paineis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".painel"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abas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abas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"ativa"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paineis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"ativo"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"ativa"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"ativo"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classList.remove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"ativa/ativo" de todas as abas e painéis.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classList.add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só a aba clicada.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aba.dataset.aba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data-aba do botão (ex.: "aba-carrinho").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getElementById(alvo)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o painel com aquele id e o mostra.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Lembra?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CSS já esconde/mostra via .ativo. O JS só troca a classe.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 etapa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Clicou em "Carrinho": a aba se destaca e só o painel do carrinho aparece.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6276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965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Carrinho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350008"/>
            <a:ext cx="1371600" cy="36576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386584"/>
            <a:ext cx="6309360" cy="0"/>
          </a:xfrm>
          <a:prstGeom prst="line">
            <a:avLst/>
          </a:prstGeom>
          <a:noFill/>
          <a:ln w="25400">
            <a:solidFill>
              <a:srgbClr val="FFD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60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carrinho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8803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83864" y="2880360"/>
            <a:ext cx="13880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1923" y="288036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81421" y="2880360"/>
            <a:ext cx="13880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3172968"/>
            <a:ext cx="630936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2461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Sérum Facial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83864" y="3246120"/>
            <a:ext cx="1388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R$ 89,90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4491" y="324612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BF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4491" y="3246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81421" y="3246120"/>
            <a:ext cx="1388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R$ 89,90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4400" y="3630168"/>
            <a:ext cx="630936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648456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Batom Matte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83864" y="3648456"/>
            <a:ext cx="1388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R$ 39,90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4491" y="3648456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BF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4491" y="36484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81421" y="3648456"/>
            <a:ext cx="1388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R$ 79,80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4400" y="4032504"/>
            <a:ext cx="630936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40965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35701" y="4096512"/>
            <a:ext cx="13880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R$ 169,70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Testando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"Carrinho"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rosa com sublinhado (classe ativa).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"Produtos"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"Ofertas" ficam escondidos.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painel do alvo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 classe "ativo" e aparece.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aba por vez: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outra troca na hora.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Carrossel que desliza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754880"/>
          </a:xfrm>
          <a:prstGeom prst="roundRect">
            <a:avLst>
              <a:gd name="adj" fmla="val 1346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trilho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".carrossel-trilho"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".slide"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slideAtual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mostrarSlide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slideAtual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trilho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"translateX(-"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slideAtual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"%)"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".proximo"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{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mostrarSlide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slideAtual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 bloco reutilizável: mostrarSlide.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(...)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a volta: depois do último, volta ao primeiro.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style.transform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 trilho para o lado (translateX).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slideAtual * 100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slide desloca 100% da largura.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pontos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botão "anterior" seguem a mesma ideia.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 etapa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Clicou em ›: o carrossel desliza para o próximo slide e o pontinho acompanha.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6276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carrossel — slide 2 de 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1920240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da semana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2286000"/>
            <a:ext cx="4937760" cy="1691640"/>
          </a:xfrm>
          <a:prstGeom prst="roundRect">
            <a:avLst>
              <a:gd name="adj" fmla="val 5405"/>
            </a:avLst>
          </a:prstGeom>
          <a:solidFill>
            <a:srgbClr val="FFD6E0"/>
          </a:solidFill>
          <a:ln w="12700">
            <a:solidFill>
              <a:srgbClr val="FFD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4505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💄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4592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Batom Matte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3291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2, pague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35661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43000" y="29443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629400" y="29443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794760" y="4114800"/>
            <a:ext cx="118872" cy="11887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4216" y="411480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33672" y="4114800"/>
            <a:ext cx="118872" cy="11887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Testando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estava no slide 1 (Sérum).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Clicou em ›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deslizou para o slide 2 (Batom).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translateX(-100%)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empurrou o trilho uma tela para a esquerda.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pontinho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ficou rosa (classe ativo).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do carrinho que recalcula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754880"/>
          </a:xfrm>
          <a:prstGeom prst="roundRect">
            <a:avLst>
              <a:gd name="adj" fmla="val 1346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".tabela-carrinho tbody tr"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calcularTotal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"input"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".subtotal"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"R$ "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toFixed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"."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recalcula quando a quantidade muda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"input"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calcularTotal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dataset.preco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data-preco que pusemos em cada &lt;tr&gt;.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Number(...)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texto em número para poder multiplicar.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 * qtd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subtotal da linha.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toFixed(2)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casas decimais; replace troca . por ,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"input"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a cada mudança na quantidade.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 etapa 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a quantidade do Sérum para 3: o subtotal e o total se recalculam sozinhos.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6276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 do carrinho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carrinho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83864" y="2240280"/>
            <a:ext cx="13880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71923" y="224028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81421" y="2240280"/>
            <a:ext cx="13880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2532888"/>
            <a:ext cx="630936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6060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Sérum Facial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83864" y="2606040"/>
            <a:ext cx="1388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R$ 89,90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4491" y="260604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D633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4491" y="26060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81421" y="2606040"/>
            <a:ext cx="1388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R$ 269,70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2990088"/>
            <a:ext cx="630936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008376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Batom Matte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83864" y="3008376"/>
            <a:ext cx="1388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R$ 39,90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4491" y="3008376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BF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4491" y="3008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81421" y="3008376"/>
            <a:ext cx="1388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R$ 79,80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4400" y="3392424"/>
            <a:ext cx="630936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4564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35701" y="3456432"/>
            <a:ext cx="13880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R$ 349,50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5029200"/>
            <a:ext cx="6309360" cy="502920"/>
          </a:xfrm>
          <a:prstGeom prst="roundRect">
            <a:avLst>
              <a:gd name="adj" fmla="val 10909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0292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2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89,90 × 3 = 269,70   →   total 349,50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Testando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Digitou 3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campo de quantidade do Sérum.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virou R$ 269,70 automaticamente.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somou tudo: R$ 349,50.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acontece a cada tecla, sem botão.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Finalizar e depurar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2743200"/>
          </a:xfrm>
          <a:prstGeom prst="roundRect">
            <a:avLst>
              <a:gd name="adj" fmla="val 2333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".finalizar"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{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"Pedido:"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itensNoCarrinho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"itens"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"Compra finalizada! Obrigado 💕"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alert(...)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uma janelinha de aviso ao usuário.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console.log(...)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na Consola do navegador (tecla F12).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usar o console.log para entender o que o código faz.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as ferramentas do desenvolvedor.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3484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ouro: quando algo não funcionar, coloque console.log() para ver os valores. É como acender uma luz dentro do código. Erros aparecem em vermelho na aba Console (F12).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e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3502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35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o () da função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espera uma função para chamar.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em vez de ==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atribui; == e === comparam valores.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1518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undefined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seletor não achou o elemento — confira a classe/id.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texto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Number(), "2" + 1 vira "21". Converta antes.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antes do HTML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o &lt;script&gt; no fim do &lt;body&gt;.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1234440"/>
            <a:ext cx="5029200" cy="4709160"/>
          </a:xfrm>
          <a:prstGeom prst="roundRect">
            <a:avLst>
              <a:gd name="adj" fmla="val 1553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 JavaScript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66560" y="187452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contador soma ao clicar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todos os botões Adicionar funcionam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abas trocam de painel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aba clicada fica destacada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carrossel avança e volta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pontos mudam com o slide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quantidade recalcula subtotal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total soma tudo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finalizar mostra o alerta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console.log ajudando a depurar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script.js no fim do body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completo!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Aurora agora tem estrutura, aparência e comportamento. Uma aplicação de verdade.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774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2194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estrutura: seções, cards, tabelas, formulário, componentes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2461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8A5A74"/>
          </a:solidFill>
          <a:ln w="12700">
            <a:solidFill>
              <a:srgbClr val="8A5A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aparência: cores, grade, responsivo, estados e animações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1148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6A4A5C"/>
          </a:solidFill>
          <a:ln w="12700">
            <a:solidFill>
              <a:srgbClr val="6A4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931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comportamento: cliques, cálculos, abas e carrossel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029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 · SQL: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produtos, clientes e pedidos ficam guardados — o banco de dados por trás da loja.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2026-07-29T15:31:43Z</dcterms:created>
  <dcterms:modified xsi:type="dcterms:W3CDTF">2026-07-29T15:31:43Z</dcterms:modified>
</cp:coreProperties>
</file>